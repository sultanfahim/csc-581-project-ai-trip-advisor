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16256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bbkHbN/dKftbsQ8QhCAQETR+W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38256f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d38256f66_0_0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2660416"/>
            <a:ext cx="9144000" cy="5659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8538164"/>
            <a:ext cx="9144000" cy="3924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865483"/>
            <a:ext cx="10515600" cy="314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4052714"/>
            <a:ext cx="10515600" cy="67620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10878728"/>
            <a:ext cx="10515600" cy="355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865483"/>
            <a:ext cx="10515600" cy="314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4327407"/>
            <a:ext cx="5181600" cy="1031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4327407"/>
            <a:ext cx="5181600" cy="1031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865483"/>
            <a:ext cx="10515600" cy="314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9" y="3984979"/>
            <a:ext cx="5157787" cy="19529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9" y="5937956"/>
            <a:ext cx="5157787" cy="8733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3984979"/>
            <a:ext cx="5183188" cy="19529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5937956"/>
            <a:ext cx="5183188" cy="8733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865483"/>
            <a:ext cx="10515600" cy="314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9" y="1083733"/>
            <a:ext cx="3932237" cy="3793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2340564"/>
            <a:ext cx="6172200" cy="11552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9" y="4876800"/>
            <a:ext cx="3932237" cy="903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9" y="1083733"/>
            <a:ext cx="3932237" cy="3793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2340564"/>
            <a:ext cx="6172200" cy="11552296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9" y="4876800"/>
            <a:ext cx="3932237" cy="903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865483"/>
            <a:ext cx="10515600" cy="314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938859" y="4226749"/>
            <a:ext cx="10314283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3151246" y="6439136"/>
            <a:ext cx="1377620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2182754" y="3886436"/>
            <a:ext cx="1377620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865483"/>
            <a:ext cx="10515600" cy="314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0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38256f66_0_0" title="Ai-TripAdvisor-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428" y="2342724"/>
            <a:ext cx="10427136" cy="58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38256f66_0_0"/>
          <p:cNvSpPr txBox="1"/>
          <p:nvPr/>
        </p:nvSpPr>
        <p:spPr>
          <a:xfrm>
            <a:off x="2706199" y="239600"/>
            <a:ext cx="10126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AI </a:t>
            </a:r>
            <a:r>
              <a:rPr b="1" lang="en-US" sz="2200">
                <a:solidFill>
                  <a:schemeClr val="dk1"/>
                </a:solidFill>
              </a:rPr>
              <a:t>Trip Advisor</a:t>
            </a:r>
            <a:r>
              <a:rPr b="1" lang="en-US" sz="2200">
                <a:solidFill>
                  <a:schemeClr val="dk1"/>
                </a:solidFill>
              </a:rPr>
              <a:t>: Cloud-Native Travel Planning Platform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90" name="Google Shape;90;g3ad38256f66_0_0"/>
          <p:cNvSpPr txBox="1"/>
          <p:nvPr/>
        </p:nvSpPr>
        <p:spPr>
          <a:xfrm>
            <a:off x="2949950" y="715900"/>
            <a:ext cx="963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0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Sultan Fahim, James McKim, Karan Khademi, Will Huff, Clinton Ugwuanyi</a:t>
            </a:r>
            <a:endParaRPr sz="1800"/>
          </a:p>
        </p:txBody>
      </p:sp>
      <p:sp>
        <p:nvSpPr>
          <p:cNvPr id="91" name="Google Shape;91;g3ad38256f66_0_0"/>
          <p:cNvSpPr txBox="1"/>
          <p:nvPr/>
        </p:nvSpPr>
        <p:spPr>
          <a:xfrm>
            <a:off x="5761706" y="1216492"/>
            <a:ext cx="401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4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Science, West Chester University of Pennsylvania</a:t>
            </a:r>
            <a:endParaRPr/>
          </a:p>
        </p:txBody>
      </p:sp>
      <p:sp>
        <p:nvSpPr>
          <p:cNvPr id="92" name="Google Shape;92;g3ad38256f66_0_0"/>
          <p:cNvSpPr txBox="1"/>
          <p:nvPr/>
        </p:nvSpPr>
        <p:spPr>
          <a:xfrm>
            <a:off x="6264150" y="11739459"/>
            <a:ext cx="51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g3ad38256f66_0_0" title="pngegg (3).png"/>
          <p:cNvPicPr preferRelativeResize="0"/>
          <p:nvPr/>
        </p:nvPicPr>
        <p:blipFill rotWithShape="1">
          <a:blip r:embed="rId4">
            <a:alphaModFix/>
          </a:blip>
          <a:srcRect b="1484" l="0" r="0" t="1494"/>
          <a:stretch/>
        </p:blipFill>
        <p:spPr>
          <a:xfrm>
            <a:off x="8103749" y="9102500"/>
            <a:ext cx="1375176" cy="1334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AI-generated content may be incorrect." id="94" name="Google Shape;94;g3ad38256f6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36353" y="9182441"/>
            <a:ext cx="1254255" cy="1254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ad38256f66_0_0" title="brave_screenshot_localhost.png"/>
          <p:cNvPicPr preferRelativeResize="0"/>
          <p:nvPr/>
        </p:nvPicPr>
        <p:blipFill rotWithShape="1">
          <a:blip r:embed="rId6">
            <a:alphaModFix/>
          </a:blip>
          <a:srcRect b="0" l="-1290" r="1289" t="0"/>
          <a:stretch/>
        </p:blipFill>
        <p:spPr>
          <a:xfrm>
            <a:off x="6801150" y="11005375"/>
            <a:ext cx="5172424" cy="4980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on a white background&#10;&#10;AI-generated content may be incorrect." id="96" name="Google Shape;96;g3ad38256f66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9100" y="715900"/>
            <a:ext cx="2194725" cy="219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ad38256f66_0_0" title="Screenshot_2025-12-03_at_22.04.4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238" y="12139642"/>
            <a:ext cx="5892675" cy="335778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ad38256f66_0_0"/>
          <p:cNvSpPr txBox="1"/>
          <p:nvPr/>
        </p:nvSpPr>
        <p:spPr>
          <a:xfrm>
            <a:off x="67075" y="239600"/>
            <a:ext cx="37833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Scan Here for Github Repository: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9" name="Google Shape;99;g3ad38256f66_0_0"/>
          <p:cNvSpPr txBox="1"/>
          <p:nvPr/>
        </p:nvSpPr>
        <p:spPr>
          <a:xfrm>
            <a:off x="755213" y="7585792"/>
            <a:ext cx="49707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 Trip Advisor platform represents a revolutionary approach to travel planning by leveraging cloud-native technologies and artificial intelligence. Built on Kubernetes with a microservices architecture, the system transforms raw travel preferences into comprehensive, personalized itineraries within seconds. The platform demonstrates advanced cloud engineering concepts including multi-container pods, service orchestration, and automated scaling, providing a scalable foundation for intelligent travel planning that adapts to user demands in real-time.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g3ad38256f66_0_0" title="pngegg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07250" y="7338400"/>
            <a:ext cx="1579200" cy="1579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ad38256f66_0_0" title="pngegg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814299" y="7338400"/>
            <a:ext cx="1579200" cy="15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2025-10-11T23:06:18Z</dcterms:created>
  <dc:creator>Mckim, James</dc:creator>
</cp:coreProperties>
</file>